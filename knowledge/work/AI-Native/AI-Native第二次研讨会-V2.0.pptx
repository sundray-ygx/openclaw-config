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</a:t>
            </a:r>
          </a:p>
          <a:p>
            <a:r>
              <a:t>感谢大家今晚参加第二次AI-Native研讨会。距离上次4/27已过去2周，今天核心是做分享交流——各产线晒进展、互相学习、一起解决问题。不是检查会，是交流会。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四个目标层层递进：先摸清现状，再互相学习，有问题一起解决，解决不了的提取成公共课题。重点强调第四个——提取公共问题是为了后续作为研发体系专题去攻克，不是说完就完了。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议程说明：核心环节是中间110分钟的产线分享交流。每条产线15分钟，8分钟分享+7分钟讨论。根据产线状态不同，讨论方式也不同——后面会详细说明。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分享框架说明：</a:t>
            </a:r>
          </a:p>
          <a:p>
            <a:r>
              <a:t>每条产线15分钟，前8分钟是产线自己讲，后7分钟是大家讨论。</a:t>
            </a:r>
          </a:p>
          <a:p/>
          <a:p>
            <a:r>
              <a:t>分享部分重点：能否支撑年度目标——这是核心问题，每条产线要给明确答案。</a:t>
            </a:r>
          </a:p>
          <a:p/>
          <a:p>
            <a:r>
              <a:t>讨论部分根据状态分三种模式：</a:t>
            </a:r>
          </a:p>
          <a:p>
            <a:r>
              <a:t>- 能达成的：把经验分享出来，看其他产线能不能用</a:t>
            </a:r>
          </a:p>
          <a:p>
            <a:r>
              <a:t>- 有风险的：大家一起想办法</a:t>
            </a:r>
          </a:p>
          <a:p>
            <a:r>
              <a:t>- 有困难的：判断是不是共性问题，是的话提取成公共课题</a:t>
            </a:r>
          </a:p>
          <a:p/>
          <a:p>
            <a:r>
              <a:t>主持人要控制好每条产线15分钟的节奏。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三种模式详解：</a:t>
            </a:r>
          </a:p>
          <a:p/>
          <a:p>
            <a:r>
              <a:t>🟢 经验分享：核心是可复用性，分享完问其他人能不能用、适配成本多少</a:t>
            </a:r>
          </a:p>
          <a:p>
            <a:r>
              <a:t>🟡 集体诊断：核心是集思广益，鼓励其他人分享类似问题的解决经验</a:t>
            </a:r>
          </a:p>
          <a:p>
            <a:r>
              <a:t>🔴 提取公共问题：核心是升级处理，个别问题现场解决，共性问题升级到研发体系层面</a:t>
            </a:r>
          </a:p>
          <a:p/>
          <a:p>
            <a:r>
              <a:t>注意：公共问题清单是本次研讨会最重要的产出之一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进展追踪表：每条产线分享完立即更新此表。</a:t>
            </a:r>
          </a:p>
          <a:p>
            <a:r>
              <a:t>重点填两列：</a:t>
            </a:r>
          </a:p>
          <a:p>
            <a:r>
              <a:t>1. 目标达成评估——✅能达成/🟡有风险/🔴不能达成</a:t>
            </a:r>
          </a:p>
          <a:p>
            <a:r>
              <a:t>2. 讨论模式——决定后续讨论走哪个路径</a:t>
            </a:r>
          </a:p>
          <a:p>
            <a:r>
              <a:t>最后形成完整的全景视图。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行动项追踪：这是上次研讨会后最紧迫的7项，在产线分享时逐项确认。NMC的#4-5明天5/10截止，会议主机的#6-7后天5/12截止。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上次三大共性障碍：在产线分享环节重点追踪这些问题有没有改善。如果没改善，评估是否需要升级为公共课题。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经验提炼环节20分钟，快速归纳三个产出。最重要的是公共问题清单——这些是要带进后续AI布道师会议作为专题攻克的。确保每个公共问题都有清晰描述。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5个产出。核心是公共问题清单——这些会作为后续AI布道师会议的输入，作为研发体系专题去攻克。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好，我们正式开始。先从XX产线分享。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AI-Native 落地情况持续跟踪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D6"/>
                </a:solidFill>
              </a:defRPr>
            </a:pPr>
            <a:r>
              <a:t>产线分享交流会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2026年5月11日 19:00-21:30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无线 · 交换机 · NMC · 会议主机 · IPSIP · 硬件 · 综合管理部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本次会议目标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645920"/>
            <a:ext cx="914400" cy="9144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摸清现状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88888"/>
                </a:solidFill>
              </a:defRPr>
            </a:pPr>
            <a:r>
              <a:t>各产线AI-Native最新落地进展及效果</a:t>
            </a:r>
            <a:br/>
            <a:r>
              <a:t>能否支撑年度目标达成？逐条说清楚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645920"/>
            <a:ext cx="914400" cy="91440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经验共享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88888"/>
                </a:solidFill>
              </a:defRPr>
            </a:pPr>
            <a:r>
              <a:t>进展好的产线分享经验</a:t>
            </a:r>
            <a:br/>
            <a:r>
              <a:t>供其他产线参考借鉴，讨论可行性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1645920"/>
            <a:ext cx="914400" cy="91440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风险应对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88888"/>
                </a:solidFill>
              </a:defRPr>
            </a:pPr>
            <a:r>
              <a:t>有风险的产线听取其他部门建议</a:t>
            </a:r>
            <a:br/>
            <a:r>
              <a:t>寻找可行方案，避免各自为战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1645920"/>
            <a:ext cx="914400" cy="9144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6916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提取公共问题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918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888888"/>
                </a:solidFill>
              </a:defRPr>
            </a:pPr>
            <a:r>
              <a:t>各产线都无法解决的问题</a:t>
            </a:r>
            <a:br/>
            <a:r>
              <a:t>提取为研发体系公共课题，后续专题攻克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今日议程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19:00-19:10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开场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说明目标、议程、规则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463040"/>
            <a:ext cx="164592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481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73152" cy="100584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19:10-21:00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各产线逐一分享交流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71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7条产线 × 15min</a:t>
            </a:r>
            <a:br/>
            <a:r>
              <a:t>8min分享 + 7min讨论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697480"/>
            <a:ext cx="1645920" cy="41148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715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21:00-21:20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跨产线经验提炼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可复用经验 + 公共问题提取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931920"/>
            <a:ext cx="164592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950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74920"/>
            <a:ext cx="73152" cy="10058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21:20-21:30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t>总结与后续安排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公共问题清单 + AI布道师会议安排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5166360"/>
            <a:ext cx="1645920" cy="4114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51846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各产线分享框架（每条产线 15分钟）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384048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25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分享环节（8分钟）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084064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▎第一部分：最新进展及效果（5分钟）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关键里程碑完成情况（对照OKR）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已落地的AI场景及覆盖范围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量化数据（覆盖率、提效比例等）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能否支撑年度目标？逐条说明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  ✅ 能达成 — 说明哪些已验证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  🟡 有风险 — 说明瓶颈在哪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  🔴 不能达成 — 说明核心障碍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▎第二部分：接下来的计划（3分钟）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近期关键行动（2-4周）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计划能否支撑年度目标达成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自我评估：🟢能达成/🟡有风险/🔴有困难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0352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25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互动讨论环节（7分钟）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5084064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根据自我评估，进入不同讨论模式：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🟢 能达成 → 经验分享模式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其他产线提问：能不能复用？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讨论可行性和适配成本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谁觉得可以借鉴？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🟡 有风险 → 集体诊断模式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其他产线提供建议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「我们遇到类似问题是……」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有没有人有相关经验？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🔴 有困难 → 提取公共问题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这是个别问题还是共性的？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• 标记为公共课题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  → 后续AI布道师会议专题攻克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三种讨论模式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566160" cy="1097280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🟢 经验分享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能达成的产线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48C"/>
                </a:solidFill>
              </a:defRPr>
            </a:pPr>
            <a:r>
              <a:t>✅ 能达成年度目标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分享成功经验的关键因素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其他产线评估可复用性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讨论适配成本和落地方案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00C48C"/>
                </a:solidFill>
              </a:defRPr>
            </a:pPr>
            <a:r>
              <a:t>产出：</a:t>
            </a:r>
          </a:p>
          <a:p>
            <a:pPr>
              <a:spcBef>
                <a:spcPts val="300"/>
              </a:spcBef>
              <a:defRPr sz="1300">
                <a:solidFill>
                  <a:srgbClr val="00C48C"/>
                </a:solidFill>
              </a:defRPr>
            </a:pPr>
            <a:r>
              <a:t>• 可复用经验清单</a:t>
            </a:r>
          </a:p>
          <a:p>
            <a:pPr>
              <a:spcBef>
                <a:spcPts val="300"/>
              </a:spcBef>
              <a:defRPr sz="1300">
                <a:solidFill>
                  <a:srgbClr val="00C48C"/>
                </a:solidFill>
              </a:defRPr>
            </a:pPr>
            <a:r>
              <a:t>• 可借鉴产线名单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566160" cy="109728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🟡 集体诊断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有风险的产线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⚠️ 有风险但可能解决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346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描述具体瓶颈和障碍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其他产线提供解决建议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讨论是否已有可行方案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B800"/>
                </a:solidFill>
              </a:defRPr>
            </a:pPr>
            <a:r>
              <a:t>产出：</a:t>
            </a:r>
          </a:p>
          <a:p>
            <a:pPr>
              <a:spcBef>
                <a:spcPts val="300"/>
              </a:spcBef>
              <a:defRPr sz="1300">
                <a:solidFill>
                  <a:srgbClr val="FFB800"/>
                </a:solidFill>
              </a:defRPr>
            </a:pPr>
            <a:r>
              <a:t>• 风险应对建议</a:t>
            </a:r>
          </a:p>
          <a:p>
            <a:pPr>
              <a:spcBef>
                <a:spcPts val="300"/>
              </a:spcBef>
              <a:defRPr sz="1300">
                <a:solidFill>
                  <a:srgbClr val="FFB800"/>
                </a:solidFill>
              </a:defRPr>
            </a:pPr>
            <a:r>
              <a:t>• 可能的解决方案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566160" cy="10972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🔴 提取公共问题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有困难的产线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D4D"/>
                </a:solidFill>
              </a:defRPr>
            </a:pPr>
            <a:r>
              <a:t>❌ 当前无法解决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346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说明为什么现有方案走不通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判断是否为跨产线共性问题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  <a:r>
              <a:t>标记为研发体系公共课题</a:t>
            </a:r>
          </a:p>
          <a:p>
            <a:pPr>
              <a:spcBef>
                <a:spcPts val="3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FF4D4D"/>
                </a:solidFill>
              </a:defRPr>
            </a:pPr>
            <a:r>
              <a:t>产出：</a:t>
            </a:r>
          </a:p>
          <a:p>
            <a:pPr>
              <a:spcBef>
                <a:spcPts val="300"/>
              </a:spcBef>
              <a:defRPr sz="1300">
                <a:solidFill>
                  <a:srgbClr val="FF4D4D"/>
                </a:solidFill>
              </a:defRPr>
            </a:pPr>
            <a:r>
              <a:t>• 公共问题清单（优先级排序）</a:t>
            </a:r>
          </a:p>
          <a:p>
            <a:pPr>
              <a:spcBef>
                <a:spcPts val="300"/>
              </a:spcBef>
              <a:defRPr sz="1300">
                <a:solidFill>
                  <a:srgbClr val="FF4D4D"/>
                </a:solidFill>
              </a:defRPr>
            </a:pPr>
            <a:r>
              <a:t>• 后续AI布道师会议专题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各产线进展及目标达成评估（会中填写）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00400"/>
                <a:gridCol w="2560320"/>
                <a:gridCol w="2743200"/>
                <a:gridCol w="192024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产线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关键进展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目标达成评估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下阶段计划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讨论模式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无线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交换机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会议主机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IPSIP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硬件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综管部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上次研讨会近期行动项追踪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4572000"/>
                <a:gridCol w="1828800"/>
                <a:gridCol w="1097280"/>
                <a:gridCol w="20116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产线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行动项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责任人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截止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会议主机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评估实时同步开发人天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孙若淮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4/28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IPSIP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AI开发流推广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颜骏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4/28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会议主机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申请实时同步排期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孙若淮/林旭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后台/UED ralph loop跑通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张志/张洁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自动化基建重构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郑泽滨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会议主机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TL赋能集中推进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孙若淮/林旭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会议主机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同步能力验证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孙若淮/TL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D4D"/>
                </a:solidFill>
              </a:defRPr>
            </a:pPr>
            <a:r>
              <a:t>💡 7项行动应在分享环节逐项确认，重点关注NMC（5/10截止）和会议主机（5/12截止）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上次三大共性障碍 — 今日追踪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" cy="137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🔴 模型能力不足/不稳定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无线、NMC、IPSIP（3/6产线）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D"/>
                </a:solidFill>
              </a:defRPr>
            </a:pPr>
            <a:r>
              <a:t>❓ 集团有无提供更强模型？Costrict稳定性有无改善？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6984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73152" cy="13716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🔴 人力/时间不足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会议主机、IPSIP、硬件（3/6产线）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D"/>
                </a:solidFill>
              </a:defRPr>
            </a:pPr>
            <a:r>
              <a:t>❓ 管理层是否协调了时间保护？人员投入有无改善？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73152" cy="13716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</a:defRPr>
            </a:pPr>
            <a:r>
              <a:t>🟡 缺乏度量标准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交换机、NMC、无线（3/6产线）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846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800"/>
                </a:solidFill>
              </a:defRPr>
            </a:pPr>
            <a:r>
              <a:t>❓ 度量框架有无进展？效率基线是否已建立？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这3个障碍在产线分享时重点追踪，看2周来有无实质性改善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跨产线经验提炼（21:00-21:20）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566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566160" cy="384048"/>
          </a:xfrm>
          <a:prstGeom prst="rect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252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可复用经验 TOP3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3467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哪些经验被多个产线认可？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谁可以借鉴？适配成本多大？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谁来牵头整理最佳实践？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产出：经验清单 + 可借鉴产线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88720"/>
            <a:ext cx="3566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188720"/>
            <a:ext cx="3566160" cy="38404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252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风险应对建议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627632"/>
            <a:ext cx="33467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针对有风险产线，汇总各方建议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明确可行的应对方案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需要什么资源/支持？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产出：风险产线应对方案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566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252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公共问题清单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627632"/>
            <a:ext cx="334670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所有产线都无法解决的问题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按优先级排列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提议作为AI布道师会议专题</a:t>
            </a: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333333"/>
                </a:solidFill>
              </a:defRPr>
            </a:pPr>
            <a:r>
              <a:t>产出：公共课题清单（优先级排序）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🔑 本次研讨会最重要的产出：公共问题清单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各产线都无法解决的问题 → 提取为研发体系公共课题 → 后续AI布道师会议专题攻克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今日预期产出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各产线进展及目标达成评估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进展数据 + 🟢🟡🔴状态评估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可复用经验清单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经验条目 + 可借鉴产线 + 适配说明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风险应对建议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针对有风险产线的建议汇总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公共问题清单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需研发体系专题攻克的问题（优先级排序）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后续安排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AI布道师会议计划 + 下次跟踪时间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286000"/>
            <a:ext cx="48764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开始分享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6D6"/>
                </a:solidFill>
              </a:defRPr>
            </a:pPr>
            <a:r>
              <a:t>晒进展 · 分享经验 · 互学互助 · 提取公共课题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